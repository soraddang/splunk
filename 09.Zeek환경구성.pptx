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94" r:id="rId2"/>
    <p:sldId id="498" r:id="rId3"/>
    <p:sldId id="499" r:id="rId4"/>
    <p:sldId id="500" r:id="rId5"/>
    <p:sldId id="487" r:id="rId6"/>
    <p:sldId id="396" r:id="rId7"/>
    <p:sldId id="397" r:id="rId8"/>
    <p:sldId id="398" r:id="rId9"/>
    <p:sldId id="399" r:id="rId10"/>
    <p:sldId id="400" r:id="rId11"/>
    <p:sldId id="401" r:id="rId12"/>
    <p:sldId id="402" r:id="rId13"/>
    <p:sldId id="404" r:id="rId14"/>
    <p:sldId id="403" r:id="rId15"/>
    <p:sldId id="405" r:id="rId16"/>
  </p:sldIdLst>
  <p:sldSz cx="9144000" cy="6858000" type="screen4x3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80316" autoAdjust="0"/>
  </p:normalViewPr>
  <p:slideViewPr>
    <p:cSldViewPr snapToGrid="0">
      <p:cViewPr varScale="1">
        <p:scale>
          <a:sx n="68" d="100"/>
          <a:sy n="68" d="100"/>
        </p:scale>
        <p:origin x="1838" y="5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7F62BA05-A9BB-4697-A3BD-35719849218B}" type="datetimeFigureOut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68" tIns="47384" rIns="94768" bIns="47384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E83010E8-AC17-4DAC-8AD3-A9A67DF46E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97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128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170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360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atlantic.net/dedicated-server-hosting/how-to-install-zeek-network-security-monitoring-tool-in-ubuntu-20-04/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277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https://programmers-so.tistory.com/8</a:t>
            </a:r>
          </a:p>
          <a:p>
            <a:r>
              <a:rPr lang="en-US" altLang="ko-KR" dirty="0" smtClean="0"/>
              <a:t>https://wlsvud84.tistory.com/11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010E8-AC17-4DAC-8AD3-A9A67DF46E4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74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A26AD-B610-456C-BDE7-3CC641AC069B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0DFE8-1B60-4CC1-BC73-A32710FAF7D4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049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6AE86-9E74-4F22-8BDC-1F09DB71D818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19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3BF2-84CC-49E3-B026-8683747BAAD3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005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B07D-CCCD-43E0-ABBA-A864325F4CA1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095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8B266-953E-44B4-A781-DFC196079B2E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0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1EE6-3125-4D00-9F6F-B8C7C064C108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0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1B354-6726-46D7-81C6-F6313E1DD96E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4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2B347-DF53-454B-A26F-B3F65994399B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614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191D0-8299-4FEB-8BCF-62FA24D583CE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02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391C-DCBF-4C15-BC2F-465AEB534315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27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3C717-40BD-48A6-ADC7-F445DE34EE10}" type="datetime1">
              <a:rPr lang="ko-KR" altLang="en-US" smtClean="0"/>
              <a:t>2022-08-08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52D2E-F142-4F08-8A6B-C0F347A84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565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4813" y="1022887"/>
            <a:ext cx="7772400" cy="1178446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ko-KR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</a:t>
            </a:r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349022" y="1817511"/>
            <a:ext cx="63274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[Ubuntu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[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Splunk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server] </a:t>
            </a:r>
            <a:r>
              <a:rPr lang="en-US" altLang="ko-K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scp</a:t>
            </a:r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</a:t>
            </a:r>
            <a:endPara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36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4116" y="353837"/>
            <a:ext cx="7886700" cy="662163"/>
          </a:xfrm>
        </p:spPr>
        <p:txBody>
          <a:bodyPr>
            <a:normAutofit/>
          </a:bodyPr>
          <a:lstStyle/>
          <a:p>
            <a:r>
              <a:rPr lang="en-US" altLang="ko-K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(p.181)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4116" y="1238603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침입탐지시스템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NIDS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Bro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또는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프로토콜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분석</a:t>
            </a:r>
            <a:endParaRPr lang="en-US" altLang="ko-KR" sz="20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네트워크를 모니터링 할 수 있는 오픈 소스 프로그램</a:t>
            </a:r>
            <a:endParaRPr lang="en-US" altLang="ko-KR" sz="20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헤더와 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헤더를 분석하여 로그 생성 </a:t>
            </a:r>
            <a:endParaRPr lang="en-US" altLang="ko-KR" sz="20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응용 프로토콜의 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헤더</a:t>
            </a:r>
            <a:r>
              <a:rPr lang="ko-KR" altLang="en-US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분석하여 로그 생성 </a:t>
            </a:r>
            <a:endParaRPr lang="en-US" altLang="ko-KR" sz="2000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FTP, HTTP, SMTP, X.509 ..</a:t>
            </a:r>
            <a:r>
              <a:rPr lang="ko-KR" altLang="en-US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en-US" altLang="ko-KR" sz="20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85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/>
          <p:nvPr/>
        </p:nvCxnSpPr>
        <p:spPr>
          <a:xfrm flipH="1">
            <a:off x="5025779" y="1455646"/>
            <a:ext cx="29938" cy="222657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4942993" y="3996933"/>
            <a:ext cx="4944" cy="177319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1361037" y="3825128"/>
            <a:ext cx="7035639" cy="2046255"/>
          </a:xfrm>
          <a:custGeom>
            <a:avLst/>
            <a:gdLst>
              <a:gd name="connsiteX0" fmla="*/ 14515 w 5239658"/>
              <a:gd name="connsiteY0" fmla="*/ 1843314 h 1843314"/>
              <a:gd name="connsiteX1" fmla="*/ 0 w 5239658"/>
              <a:gd name="connsiteY1" fmla="*/ 43543 h 1843314"/>
              <a:gd name="connsiteX2" fmla="*/ 5239658 w 5239658"/>
              <a:gd name="connsiteY2" fmla="*/ 0 h 1843314"/>
              <a:gd name="connsiteX3" fmla="*/ 5239658 w 5239658"/>
              <a:gd name="connsiteY3" fmla="*/ 1770743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658" h="1843314">
                <a:moveTo>
                  <a:pt x="14515" y="1843314"/>
                </a:moveTo>
                <a:lnTo>
                  <a:pt x="0" y="43543"/>
                </a:lnTo>
                <a:lnTo>
                  <a:pt x="5239658" y="0"/>
                </a:lnTo>
                <a:lnTo>
                  <a:pt x="5239658" y="1770743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AutoShape 26"/>
          <p:cNvSpPr>
            <a:spLocks noChangeArrowheads="1"/>
          </p:cNvSpPr>
          <p:nvPr/>
        </p:nvSpPr>
        <p:spPr bwMode="auto">
          <a:xfrm>
            <a:off x="4135182" y="362377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WordArt 28"/>
          <p:cNvSpPr>
            <a:spLocks noChangeArrowheads="1" noChangeShapeType="1" noTextEdit="1"/>
          </p:cNvSpPr>
          <p:nvPr/>
        </p:nvSpPr>
        <p:spPr bwMode="auto">
          <a:xfrm>
            <a:off x="4263787" y="3912929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3303" y="5110076"/>
            <a:ext cx="1541777" cy="1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91458" y="4976407"/>
            <a:ext cx="1613029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그룹 72"/>
          <p:cNvGrpSpPr/>
          <p:nvPr/>
        </p:nvGrpSpPr>
        <p:grpSpPr>
          <a:xfrm>
            <a:off x="642719" y="5530033"/>
            <a:ext cx="1617683" cy="372337"/>
            <a:chOff x="1646988" y="4740533"/>
            <a:chExt cx="1475084" cy="323165"/>
          </a:xfrm>
        </p:grpSpPr>
        <p:sp>
          <p:nvSpPr>
            <p:cNvPr id="76" name="TextBox 75"/>
            <p:cNvSpPr txBox="1"/>
            <p:nvPr/>
          </p:nvSpPr>
          <p:spPr>
            <a:xfrm>
              <a:off x="1646988" y="4740533"/>
              <a:ext cx="1475084" cy="3231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9" name="Picture 2" descr="Zee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9423" y="4776056"/>
              <a:ext cx="797512" cy="263904"/>
            </a:xfrm>
            <a:prstGeom prst="rect">
              <a:avLst/>
            </a:prstGeom>
            <a:solidFill>
              <a:schemeClr val="bg1"/>
            </a:solidFill>
            <a:extLst/>
          </p:spPr>
        </p:pic>
      </p:grpSp>
      <p:sp>
        <p:nvSpPr>
          <p:cNvPr id="74" name="AutoShape 26"/>
          <p:cNvSpPr>
            <a:spLocks noChangeArrowheads="1"/>
          </p:cNvSpPr>
          <p:nvPr/>
        </p:nvSpPr>
        <p:spPr bwMode="auto">
          <a:xfrm>
            <a:off x="4135182" y="2279742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WordArt 28"/>
          <p:cNvSpPr>
            <a:spLocks noChangeArrowheads="1" noChangeShapeType="1" noTextEdit="1"/>
          </p:cNvSpPr>
          <p:nvPr/>
        </p:nvSpPr>
        <p:spPr bwMode="auto">
          <a:xfrm>
            <a:off x="4266009" y="2554894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4255378" y="994206"/>
            <a:ext cx="1375230" cy="622042"/>
            <a:chOff x="1051881" y="1472382"/>
            <a:chExt cx="1202063" cy="836564"/>
          </a:xfrm>
        </p:grpSpPr>
        <p:sp>
          <p:nvSpPr>
            <p:cNvPr id="80" name="AutoShape 20"/>
            <p:cNvSpPr>
              <a:spLocks noChangeArrowheads="1"/>
            </p:cNvSpPr>
            <p:nvPr/>
          </p:nvSpPr>
          <p:spPr bwMode="auto">
            <a:xfrm>
              <a:off x="1053523" y="1480764"/>
              <a:ext cx="1200421" cy="82818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1107715" y="1811032"/>
              <a:ext cx="1096964" cy="419120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cs typeface="Times New Roman" pitchFamily="18" charset="0"/>
                </a:rPr>
                <a:t>Gateway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Oval 22"/>
            <p:cNvSpPr>
              <a:spLocks noChangeArrowheads="1"/>
            </p:cNvSpPr>
            <p:nvPr/>
          </p:nvSpPr>
          <p:spPr bwMode="auto">
            <a:xfrm>
              <a:off x="1051881" y="1472382"/>
              <a:ext cx="1202062" cy="419120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AutoShape 23"/>
            <p:cNvSpPr>
              <a:spLocks noChangeArrowheads="1"/>
            </p:cNvSpPr>
            <p:nvPr/>
          </p:nvSpPr>
          <p:spPr bwMode="auto">
            <a:xfrm rot="5400000">
              <a:off x="1653368" y="1318358"/>
              <a:ext cx="196149" cy="7422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8 h 21600"/>
                <a:gd name="T4" fmla="*/ 0 w 21600"/>
                <a:gd name="T5" fmla="*/ 2 h 21600"/>
                <a:gd name="T6" fmla="*/ 1 w 21600"/>
                <a:gd name="T7" fmla="*/ 5 h 21600"/>
                <a:gd name="T8" fmla="*/ 1 w 21600"/>
                <a:gd name="T9" fmla="*/ 7 h 21600"/>
                <a:gd name="T10" fmla="*/ 0 w 21600"/>
                <a:gd name="T11" fmla="*/ 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6 w 21600"/>
                <a:gd name="T19" fmla="*/ 3162 h 21600"/>
                <a:gd name="T20" fmla="*/ 18434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 rot="16200000">
              <a:off x="1486723" y="1250615"/>
              <a:ext cx="192795" cy="7570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8 h 21600"/>
                <a:gd name="T4" fmla="*/ 0 w 21600"/>
                <a:gd name="T5" fmla="*/ 2 h 21600"/>
                <a:gd name="T6" fmla="*/ 1 w 21600"/>
                <a:gd name="T7" fmla="*/ 5 h 21600"/>
                <a:gd name="T8" fmla="*/ 1 w 21600"/>
                <a:gd name="T9" fmla="*/ 8 h 21600"/>
                <a:gd name="T10" fmla="*/ 0 w 21600"/>
                <a:gd name="T11" fmla="*/ 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21 w 21600"/>
                <a:gd name="T19" fmla="*/ 3142 h 21600"/>
                <a:gd name="T20" fmla="*/ 18379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" name="타원 3"/>
          <p:cNvSpPr/>
          <p:nvPr/>
        </p:nvSpPr>
        <p:spPr>
          <a:xfrm>
            <a:off x="4007556" y="3749729"/>
            <a:ext cx="256231" cy="23070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1368892" y="3366815"/>
            <a:ext cx="289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SPAN </a:t>
            </a:r>
            <a:r>
              <a:rPr lang="ko-KR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또는 </a:t>
            </a:r>
            <a:r>
              <a:rPr lang="en-US" altLang="ko-KR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 Mirroring </a:t>
            </a:r>
            <a:endParaRPr lang="ko-KR" altLang="en-US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9" name="제목 1"/>
          <p:cNvSpPr>
            <a:spLocks noGrp="1"/>
          </p:cNvSpPr>
          <p:nvPr>
            <p:ph type="title"/>
          </p:nvPr>
        </p:nvSpPr>
        <p:spPr>
          <a:xfrm>
            <a:off x="320437" y="343408"/>
            <a:ext cx="7886700" cy="662163"/>
          </a:xfrm>
        </p:spPr>
        <p:txBody>
          <a:bodyPr>
            <a:normAutofit/>
          </a:bodyPr>
          <a:lstStyle/>
          <a:p>
            <a:r>
              <a:rPr lang="en-US" altLang="ko-K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 방법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(p.182)</a:t>
            </a: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90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999" y="4848255"/>
            <a:ext cx="1718411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/>
          <p:nvPr/>
        </p:nvCxnSpPr>
        <p:spPr>
          <a:xfrm flipH="1">
            <a:off x="5025779" y="1455646"/>
            <a:ext cx="29938" cy="222657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4806683" y="3839153"/>
            <a:ext cx="3580961" cy="2063218"/>
          </a:xfrm>
          <a:custGeom>
            <a:avLst/>
            <a:gdLst>
              <a:gd name="connsiteX0" fmla="*/ 14515 w 5239658"/>
              <a:gd name="connsiteY0" fmla="*/ 1843314 h 1843314"/>
              <a:gd name="connsiteX1" fmla="*/ 0 w 5239658"/>
              <a:gd name="connsiteY1" fmla="*/ 43543 h 1843314"/>
              <a:gd name="connsiteX2" fmla="*/ 5239658 w 5239658"/>
              <a:gd name="connsiteY2" fmla="*/ 0 h 1843314"/>
              <a:gd name="connsiteX3" fmla="*/ 5239658 w 5239658"/>
              <a:gd name="connsiteY3" fmla="*/ 1770743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658" h="1843314">
                <a:moveTo>
                  <a:pt x="14515" y="1843314"/>
                </a:moveTo>
                <a:lnTo>
                  <a:pt x="0" y="43543"/>
                </a:lnTo>
                <a:lnTo>
                  <a:pt x="5239658" y="0"/>
                </a:lnTo>
                <a:lnTo>
                  <a:pt x="5239658" y="1770743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AutoShape 26"/>
          <p:cNvSpPr>
            <a:spLocks noChangeArrowheads="1"/>
          </p:cNvSpPr>
          <p:nvPr/>
        </p:nvSpPr>
        <p:spPr bwMode="auto">
          <a:xfrm>
            <a:off x="4135182" y="362377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WordArt 28"/>
          <p:cNvSpPr>
            <a:spLocks noChangeArrowheads="1" noChangeShapeType="1" noTextEdit="1"/>
          </p:cNvSpPr>
          <p:nvPr/>
        </p:nvSpPr>
        <p:spPr bwMode="auto">
          <a:xfrm>
            <a:off x="4263787" y="3912929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3303" y="5110076"/>
            <a:ext cx="1541777" cy="1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91458" y="4976407"/>
            <a:ext cx="1613029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그룹 72"/>
          <p:cNvGrpSpPr/>
          <p:nvPr/>
        </p:nvGrpSpPr>
        <p:grpSpPr>
          <a:xfrm>
            <a:off x="661744" y="5691061"/>
            <a:ext cx="1617683" cy="372337"/>
            <a:chOff x="1646988" y="4740533"/>
            <a:chExt cx="1475084" cy="323165"/>
          </a:xfrm>
        </p:grpSpPr>
        <p:sp>
          <p:nvSpPr>
            <p:cNvPr id="76" name="TextBox 75"/>
            <p:cNvSpPr txBox="1"/>
            <p:nvPr/>
          </p:nvSpPr>
          <p:spPr>
            <a:xfrm>
              <a:off x="1646988" y="4740533"/>
              <a:ext cx="1475084" cy="3231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9" name="Picture 2" descr="Zee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9423" y="4776056"/>
              <a:ext cx="797512" cy="263904"/>
            </a:xfrm>
            <a:prstGeom prst="rect">
              <a:avLst/>
            </a:prstGeom>
            <a:solidFill>
              <a:schemeClr val="bg1"/>
            </a:solidFill>
            <a:extLst/>
          </p:spPr>
        </p:pic>
      </p:grpSp>
      <p:sp>
        <p:nvSpPr>
          <p:cNvPr id="74" name="AutoShape 26"/>
          <p:cNvSpPr>
            <a:spLocks noChangeArrowheads="1"/>
          </p:cNvSpPr>
          <p:nvPr/>
        </p:nvSpPr>
        <p:spPr bwMode="auto">
          <a:xfrm>
            <a:off x="4135182" y="201499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WordArt 28"/>
          <p:cNvSpPr>
            <a:spLocks noChangeArrowheads="1" noChangeShapeType="1" noTextEdit="1"/>
          </p:cNvSpPr>
          <p:nvPr/>
        </p:nvSpPr>
        <p:spPr bwMode="auto">
          <a:xfrm>
            <a:off x="4266009" y="2290147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Firewall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7" name="그룹 76"/>
          <p:cNvGrpSpPr/>
          <p:nvPr/>
        </p:nvGrpSpPr>
        <p:grpSpPr>
          <a:xfrm>
            <a:off x="4255378" y="994206"/>
            <a:ext cx="1375230" cy="622042"/>
            <a:chOff x="1051881" y="1472382"/>
            <a:chExt cx="1202063" cy="836564"/>
          </a:xfrm>
        </p:grpSpPr>
        <p:sp>
          <p:nvSpPr>
            <p:cNvPr id="80" name="AutoShape 20"/>
            <p:cNvSpPr>
              <a:spLocks noChangeArrowheads="1"/>
            </p:cNvSpPr>
            <p:nvPr/>
          </p:nvSpPr>
          <p:spPr bwMode="auto">
            <a:xfrm>
              <a:off x="1053523" y="1480764"/>
              <a:ext cx="1200421" cy="828182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DDDDDD"/>
                </a:gs>
                <a:gs pos="50000">
                  <a:srgbClr val="DDDDDD">
                    <a:gamma/>
                    <a:tint val="9020"/>
                    <a:invGamma/>
                  </a:srgbClr>
                </a:gs>
                <a:gs pos="100000">
                  <a:srgbClr val="DDDDDD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1107715" y="1811032"/>
              <a:ext cx="1096964" cy="419120"/>
            </a:xfrm>
            <a:prstGeom prst="rect">
              <a:avLst/>
            </a:prstGeom>
          </p:spPr>
          <p:txBody>
            <a:bodyPr wrap="none" fromWordArt="1">
              <a:prstTxWarp prst="textCanDown">
                <a:avLst>
                  <a:gd name="adj" fmla="val 33333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 smtClean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777777"/>
                  </a:solidFill>
                  <a:latin typeface="Times New Roman" pitchFamily="18" charset="0"/>
                  <a:cs typeface="Times New Roman" pitchFamily="18" charset="0"/>
                </a:rPr>
                <a:t>Gateway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777777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Oval 22"/>
            <p:cNvSpPr>
              <a:spLocks noChangeArrowheads="1"/>
            </p:cNvSpPr>
            <p:nvPr/>
          </p:nvSpPr>
          <p:spPr bwMode="auto">
            <a:xfrm>
              <a:off x="1051881" y="1472382"/>
              <a:ext cx="1202062" cy="419120"/>
            </a:xfrm>
            <a:prstGeom prst="ellipse">
              <a:avLst/>
            </a:pr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33333"/>
                    <a:invGamma/>
                  </a:srgbClr>
                </a:gs>
              </a:gsLst>
              <a:lin ang="189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AutoShape 23"/>
            <p:cNvSpPr>
              <a:spLocks noChangeArrowheads="1"/>
            </p:cNvSpPr>
            <p:nvPr/>
          </p:nvSpPr>
          <p:spPr bwMode="auto">
            <a:xfrm rot="5400000">
              <a:off x="1653368" y="1318358"/>
              <a:ext cx="196149" cy="7422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8 h 21600"/>
                <a:gd name="T4" fmla="*/ 0 w 21600"/>
                <a:gd name="T5" fmla="*/ 2 h 21600"/>
                <a:gd name="T6" fmla="*/ 1 w 21600"/>
                <a:gd name="T7" fmla="*/ 5 h 21600"/>
                <a:gd name="T8" fmla="*/ 1 w 21600"/>
                <a:gd name="T9" fmla="*/ 7 h 21600"/>
                <a:gd name="T10" fmla="*/ 0 w 21600"/>
                <a:gd name="T11" fmla="*/ 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6 w 21600"/>
                <a:gd name="T19" fmla="*/ 3162 h 21600"/>
                <a:gd name="T20" fmla="*/ 18434 w 21600"/>
                <a:gd name="T21" fmla="*/ 1843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AutoShape 24"/>
            <p:cNvSpPr>
              <a:spLocks noChangeArrowheads="1"/>
            </p:cNvSpPr>
            <p:nvPr/>
          </p:nvSpPr>
          <p:spPr bwMode="auto">
            <a:xfrm rot="16200000">
              <a:off x="1486723" y="1250615"/>
              <a:ext cx="192795" cy="7570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8 h 21600"/>
                <a:gd name="T4" fmla="*/ 0 w 21600"/>
                <a:gd name="T5" fmla="*/ 2 h 21600"/>
                <a:gd name="T6" fmla="*/ 1 w 21600"/>
                <a:gd name="T7" fmla="*/ 5 h 21600"/>
                <a:gd name="T8" fmla="*/ 1 w 21600"/>
                <a:gd name="T9" fmla="*/ 8 h 21600"/>
                <a:gd name="T10" fmla="*/ 0 w 21600"/>
                <a:gd name="T11" fmla="*/ 5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221 w 21600"/>
                <a:gd name="T19" fmla="*/ 3142 h 21600"/>
                <a:gd name="T20" fmla="*/ 18379 w 21600"/>
                <a:gd name="T21" fmla="*/ 1845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370" y="10242"/>
                  </a:moveTo>
                  <a:cubicBezTo>
                    <a:pt x="17080" y="6828"/>
                    <a:pt x="14225" y="4206"/>
                    <a:pt x="10800" y="4206"/>
                  </a:cubicBezTo>
                  <a:cubicBezTo>
                    <a:pt x="7158" y="4206"/>
                    <a:pt x="4206" y="7158"/>
                    <a:pt x="4206" y="10800"/>
                  </a:cubicBezTo>
                  <a:cubicBezTo>
                    <a:pt x="4205" y="12133"/>
                    <a:pt x="4610" y="13436"/>
                    <a:pt x="5366" y="14535"/>
                  </a:cubicBezTo>
                  <a:lnTo>
                    <a:pt x="1900" y="16918"/>
                  </a:lnTo>
                  <a:cubicBezTo>
                    <a:pt x="662" y="15117"/>
                    <a:pt x="0" y="12984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410" y="-1"/>
                    <a:pt x="21086" y="4295"/>
                    <a:pt x="21561" y="9886"/>
                  </a:cubicBezTo>
                  <a:lnTo>
                    <a:pt x="24251" y="9657"/>
                  </a:lnTo>
                  <a:lnTo>
                    <a:pt x="19871" y="14849"/>
                  </a:lnTo>
                  <a:lnTo>
                    <a:pt x="14680" y="10470"/>
                  </a:lnTo>
                  <a:lnTo>
                    <a:pt x="17370" y="10242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>
              <a:outerShdw dist="25400" dir="5400000" algn="ctr" rotWithShape="0">
                <a:srgbClr val="1C1C1C">
                  <a:alpha val="50000"/>
                </a:srgbClr>
              </a:outerShdw>
            </a:effectLst>
          </p:spPr>
          <p:txBody>
            <a:bodyPr rot="10800000"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9" name="제목 1"/>
          <p:cNvSpPr>
            <a:spLocks noGrp="1"/>
          </p:cNvSpPr>
          <p:nvPr>
            <p:ph type="title"/>
          </p:nvPr>
        </p:nvSpPr>
        <p:spPr>
          <a:xfrm>
            <a:off x="320437" y="343408"/>
            <a:ext cx="7886700" cy="662163"/>
          </a:xfrm>
        </p:spPr>
        <p:txBody>
          <a:bodyPr>
            <a:normAutofit/>
          </a:bodyPr>
          <a:lstStyle/>
          <a:p>
            <a:r>
              <a:rPr lang="en-US" altLang="ko-K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 방법</a:t>
            </a:r>
            <a:r>
              <a:rPr lang="en-US" altLang="ko-KR" sz="20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(p.182)</a:t>
            </a: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90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5999" y="4848255"/>
            <a:ext cx="1718411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AutoShape 26"/>
          <p:cNvSpPr>
            <a:spLocks noChangeArrowheads="1"/>
          </p:cNvSpPr>
          <p:nvPr/>
        </p:nvSpPr>
        <p:spPr bwMode="auto">
          <a:xfrm>
            <a:off x="4319255" y="2905281"/>
            <a:ext cx="1385231" cy="414255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WordArt 28"/>
          <p:cNvSpPr>
            <a:spLocks noChangeArrowheads="1" noChangeShapeType="1" noTextEdit="1"/>
          </p:cNvSpPr>
          <p:nvPr/>
        </p:nvSpPr>
        <p:spPr bwMode="auto">
          <a:xfrm>
            <a:off x="4394518" y="3146960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1557867" y="3206044"/>
            <a:ext cx="2788355" cy="2043289"/>
          </a:xfrm>
          <a:custGeom>
            <a:avLst/>
            <a:gdLst>
              <a:gd name="connsiteX0" fmla="*/ 2788355 w 2788355"/>
              <a:gd name="connsiteY0" fmla="*/ 11289 h 2043289"/>
              <a:gd name="connsiteX1" fmla="*/ 11289 w 2788355"/>
              <a:gd name="connsiteY1" fmla="*/ 0 h 2043289"/>
              <a:gd name="connsiteX2" fmla="*/ 0 w 2788355"/>
              <a:gd name="connsiteY2" fmla="*/ 2020712 h 2043289"/>
              <a:gd name="connsiteX3" fmla="*/ 0 w 2788355"/>
              <a:gd name="connsiteY3" fmla="*/ 2043289 h 204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88355" h="2043289">
                <a:moveTo>
                  <a:pt x="2788355" y="11289"/>
                </a:moveTo>
                <a:lnTo>
                  <a:pt x="11289" y="0"/>
                </a:lnTo>
                <a:lnTo>
                  <a:pt x="0" y="2020712"/>
                </a:lnTo>
                <a:lnTo>
                  <a:pt x="0" y="2043289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78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직선 연결선 84"/>
          <p:cNvCxnSpPr/>
          <p:nvPr/>
        </p:nvCxnSpPr>
        <p:spPr>
          <a:xfrm flipH="1">
            <a:off x="5172534" y="1773582"/>
            <a:ext cx="1" cy="131690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/>
          <p:cNvCxnSpPr/>
          <p:nvPr/>
        </p:nvCxnSpPr>
        <p:spPr>
          <a:xfrm>
            <a:off x="4660771" y="3416753"/>
            <a:ext cx="4944" cy="177319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자유형 4"/>
          <p:cNvSpPr/>
          <p:nvPr/>
        </p:nvSpPr>
        <p:spPr>
          <a:xfrm>
            <a:off x="1078815" y="3244948"/>
            <a:ext cx="7035639" cy="2046255"/>
          </a:xfrm>
          <a:custGeom>
            <a:avLst/>
            <a:gdLst>
              <a:gd name="connsiteX0" fmla="*/ 14515 w 5239658"/>
              <a:gd name="connsiteY0" fmla="*/ 1843314 h 1843314"/>
              <a:gd name="connsiteX1" fmla="*/ 0 w 5239658"/>
              <a:gd name="connsiteY1" fmla="*/ 43543 h 1843314"/>
              <a:gd name="connsiteX2" fmla="*/ 5239658 w 5239658"/>
              <a:gd name="connsiteY2" fmla="*/ 0 h 1843314"/>
              <a:gd name="connsiteX3" fmla="*/ 5239658 w 5239658"/>
              <a:gd name="connsiteY3" fmla="*/ 1770743 h 1843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658" h="1843314">
                <a:moveTo>
                  <a:pt x="14515" y="1843314"/>
                </a:moveTo>
                <a:lnTo>
                  <a:pt x="0" y="43543"/>
                </a:lnTo>
                <a:lnTo>
                  <a:pt x="5239658" y="0"/>
                </a:lnTo>
                <a:lnTo>
                  <a:pt x="5239658" y="1770743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 flipH="1">
            <a:off x="7147933" y="4792796"/>
            <a:ext cx="1099738" cy="1110404"/>
            <a:chOff x="7543946" y="573868"/>
            <a:chExt cx="838200" cy="992275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8185296" y="1240618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8245621" y="1288243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8239271" y="1316818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8272609" y="1283480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8258321" y="1281893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8277371" y="1278718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8248796" y="1285068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7820661" y="1269106"/>
              <a:ext cx="140799" cy="297037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7834948" y="1254818"/>
              <a:ext cx="140799" cy="29703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7809059" y="1315230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7896371" y="1337455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7829696" y="1400955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7764609" y="1412068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7543946" y="1010430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7556647" y="950742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7682059" y="1146955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7701109" y="1275543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7820171" y="1283480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8042421" y="1192993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8031309" y="1194580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8055121" y="1191405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8066234" y="1189818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8075759" y="1188230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8086871" y="1185055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8097984" y="118505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8107509" y="1178705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8117034" y="1178705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8128146" y="1177118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8139259" y="1175530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7888434" y="1224743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7899546" y="1259668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7961459" y="1245380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7953521" y="1254905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7909071" y="1267605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7918596" y="1269193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7724921" y="1239030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7716984" y="1245380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7609034" y="631018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7693171" y="1029480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7693171" y="1023130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7674121" y="575455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7732859" y="989793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7661421" y="634193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8059884" y="997730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8036071" y="1004080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7953521" y="1024718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7928121" y="1029480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7899546" y="1034243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7715396" y="626255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7661421" y="573868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0" name="AutoShape 26"/>
          <p:cNvSpPr>
            <a:spLocks noChangeArrowheads="1"/>
          </p:cNvSpPr>
          <p:nvPr/>
        </p:nvSpPr>
        <p:spPr bwMode="auto">
          <a:xfrm>
            <a:off x="3852960" y="3043595"/>
            <a:ext cx="1618380" cy="476536"/>
          </a:xfrm>
          <a:prstGeom prst="cube">
            <a:avLst>
              <a:gd name="adj" fmla="val 55426"/>
            </a:avLst>
          </a:prstGeom>
          <a:gradFill rotWithShape="1">
            <a:gsLst>
              <a:gs pos="0">
                <a:srgbClr val="EAEAEA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777777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ko-KR" altLang="en-US" sz="1800" b="0" kern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WordArt 28"/>
          <p:cNvSpPr>
            <a:spLocks noChangeArrowheads="1" noChangeShapeType="1" noTextEdit="1"/>
          </p:cNvSpPr>
          <p:nvPr/>
        </p:nvSpPr>
        <p:spPr bwMode="auto">
          <a:xfrm>
            <a:off x="3981565" y="3332749"/>
            <a:ext cx="1085792" cy="1680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None/>
            </a:pPr>
            <a:r>
              <a:rPr lang="en-US" altLang="ko-KR" sz="3600" kern="10" dirty="0" smtClean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HUB/NAT</a:t>
            </a:r>
            <a:endParaRPr lang="ko-KR" altLang="en-US" sz="3600" kern="10" dirty="0">
              <a:ln w="9525">
                <a:solidFill>
                  <a:srgbClr val="808080"/>
                </a:solidFill>
                <a:round/>
                <a:headEnd/>
                <a:tailEnd/>
              </a:ln>
              <a:solidFill>
                <a:srgbClr val="8080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1081" y="4529896"/>
            <a:ext cx="1541777" cy="1461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 Box 142"/>
          <p:cNvSpPr txBox="1">
            <a:spLocks noChangeArrowheads="1"/>
          </p:cNvSpPr>
          <p:nvPr/>
        </p:nvSpPr>
        <p:spPr bwMode="auto">
          <a:xfrm>
            <a:off x="502027" y="5858044"/>
            <a:ext cx="233849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ZeekIDS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192.168.10.20/24</a:t>
            </a:r>
          </a:p>
        </p:txBody>
      </p:sp>
      <p:pic>
        <p:nvPicPr>
          <p:cNvPr id="67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09236" y="4396227"/>
            <a:ext cx="1613029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" name="Text Box 142"/>
          <p:cNvSpPr txBox="1">
            <a:spLocks noChangeArrowheads="1"/>
          </p:cNvSpPr>
          <p:nvPr/>
        </p:nvSpPr>
        <p:spPr bwMode="auto">
          <a:xfrm>
            <a:off x="5284346" y="1872577"/>
            <a:ext cx="327156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SplunkServer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(Ubuntu)</a:t>
            </a:r>
          </a:p>
          <a:p>
            <a:pPr>
              <a:defRPr/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192.168.10.10/24</a:t>
            </a:r>
          </a:p>
          <a:p>
            <a:pPr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142"/>
          <p:cNvSpPr txBox="1">
            <a:spLocks noChangeArrowheads="1"/>
          </p:cNvSpPr>
          <p:nvPr/>
        </p:nvSpPr>
        <p:spPr bwMode="auto">
          <a:xfrm>
            <a:off x="6947729" y="5853526"/>
            <a:ext cx="166725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Sysmon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(Win10)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192.168.10.40/24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Box 142"/>
          <p:cNvSpPr txBox="1">
            <a:spLocks noChangeArrowheads="1"/>
          </p:cNvSpPr>
          <p:nvPr/>
        </p:nvSpPr>
        <p:spPr bwMode="auto">
          <a:xfrm>
            <a:off x="3863655" y="5850809"/>
            <a:ext cx="18802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WebServer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defRPr/>
            </a:pPr>
            <a:r>
              <a:rPr lang="en-US" altLang="ko-K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192.168.10.30/24  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슬라이드 번호 개체 틀 101"/>
          <p:cNvSpPr>
            <a:spLocks noGrp="1"/>
          </p:cNvSpPr>
          <p:nvPr>
            <p:ph type="sldNum" sz="quarter" idx="12"/>
          </p:nvPr>
        </p:nvSpPr>
        <p:spPr>
          <a:xfrm>
            <a:off x="6920131" y="6344109"/>
            <a:ext cx="2057400" cy="365125"/>
          </a:xfrm>
        </p:spPr>
        <p:txBody>
          <a:bodyPr/>
          <a:lstStyle/>
          <a:p>
            <a:fld id="{39952D2E-F142-4F08-8A6B-C0F347A8400D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84" y="508163"/>
            <a:ext cx="1614813" cy="152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" name="그룹 72"/>
          <p:cNvGrpSpPr/>
          <p:nvPr/>
        </p:nvGrpSpPr>
        <p:grpSpPr>
          <a:xfrm>
            <a:off x="1385928" y="4769148"/>
            <a:ext cx="1458632" cy="344304"/>
            <a:chOff x="1646988" y="4740533"/>
            <a:chExt cx="1475084" cy="323165"/>
          </a:xfrm>
        </p:grpSpPr>
        <p:sp>
          <p:nvSpPr>
            <p:cNvPr id="76" name="TextBox 75"/>
            <p:cNvSpPr txBox="1"/>
            <p:nvPr/>
          </p:nvSpPr>
          <p:spPr>
            <a:xfrm>
              <a:off x="1646988" y="4740533"/>
              <a:ext cx="1475084" cy="3231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5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9" name="Picture 2" descr="Zeek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9423" y="4776056"/>
              <a:ext cx="797512" cy="263904"/>
            </a:xfrm>
            <a:prstGeom prst="rect">
              <a:avLst/>
            </a:prstGeom>
            <a:solidFill>
              <a:schemeClr val="bg1"/>
            </a:solidFill>
            <a:extLst/>
          </p:spPr>
        </p:pic>
      </p:grpSp>
      <p:sp>
        <p:nvSpPr>
          <p:cNvPr id="81" name="TextBox 80"/>
          <p:cNvSpPr txBox="1"/>
          <p:nvPr/>
        </p:nvSpPr>
        <p:spPr>
          <a:xfrm>
            <a:off x="1377702" y="5170088"/>
            <a:ext cx="1458632" cy="3539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7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openssh</a:t>
            </a:r>
            <a:r>
              <a:rPr lang="en-US" altLang="ko-KR" sz="17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: </a:t>
            </a:r>
            <a:r>
              <a:rPr lang="en-US" altLang="ko-KR" sz="17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scp</a:t>
            </a:r>
            <a:r>
              <a:rPr lang="en-US" altLang="ko-KR" sz="17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endParaRPr lang="ko-KR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345152" y="992842"/>
            <a:ext cx="1458632" cy="3539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7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openssh</a:t>
            </a:r>
            <a:r>
              <a:rPr lang="en-US" altLang="ko-KR" sz="17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: </a:t>
            </a:r>
            <a:r>
              <a:rPr lang="en-US" altLang="ko-KR" sz="1700" b="1" dirty="0" err="1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scp</a:t>
            </a:r>
            <a:r>
              <a:rPr lang="en-US" altLang="ko-KR" sz="1700" b="1" dirty="0" smtClean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  <a:endParaRPr lang="ko-KR" altLang="en-US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제목 1"/>
          <p:cNvSpPr>
            <a:spLocks noGrp="1"/>
          </p:cNvSpPr>
          <p:nvPr>
            <p:ph type="title"/>
          </p:nvPr>
        </p:nvSpPr>
        <p:spPr>
          <a:xfrm>
            <a:off x="320437" y="343408"/>
            <a:ext cx="7886700" cy="662163"/>
          </a:xfrm>
        </p:spPr>
        <p:txBody>
          <a:bodyPr>
            <a:normAutofit/>
          </a:bodyPr>
          <a:lstStyle/>
          <a:p>
            <a:r>
              <a:rPr lang="en-US" altLang="ko-KR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 </a:t>
            </a:r>
            <a:r>
              <a:rPr lang="ko-KR" altLang="en-US" sz="3200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환경</a:t>
            </a:r>
            <a:endParaRPr lang="ko-KR" altLang="en-US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5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4412" y="257324"/>
            <a:ext cx="7886700" cy="708762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[Ubuntu 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4412" y="1856642"/>
            <a:ext cx="8579146" cy="458280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#apt update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#apt-get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curl gnupg2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–y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#curl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fsSL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https://download.opensuse.org/repositories/security:zeek/xUbuntu_20.04/Release.key |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gpg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dearmor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tee 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/apt/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trusted.gpg.d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security_zeek.gpg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#echo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'deb http://download.opensuse.org/repositories/security:/zeek/xUbuntu_20.04/ /' | tee 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/apt/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sources.list.d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security:zeek.list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4101" y="1230974"/>
            <a:ext cx="7886700" cy="708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 </a:t>
            </a:r>
            <a:r>
              <a:rPr lang="ko-KR" altLang="en-US" sz="240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 전 환경 설정 </a:t>
            </a:r>
            <a:endParaRPr lang="ko-KR" altLang="en-US" sz="2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809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47" y="4694227"/>
            <a:ext cx="7740502" cy="192384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294" y="1127039"/>
            <a:ext cx="4596704" cy="346548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3647" y="1435384"/>
            <a:ext cx="252184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#apt update -y</a:t>
            </a: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#apt-get install 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-y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587449" y="316573"/>
            <a:ext cx="7886700" cy="708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27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26" y="2819771"/>
            <a:ext cx="4335553" cy="89086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39658" y="1244584"/>
            <a:ext cx="7324442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#echo "export PATH=$PATH:/opt/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/bin" &gt;&gt; ~/.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bashrc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#source ~/.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bashrc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--version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739658" y="382627"/>
            <a:ext cx="7886700" cy="708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❸ PATH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설정 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23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02" y="2500289"/>
            <a:ext cx="8240576" cy="3568851"/>
          </a:xfrm>
          <a:prstGeom prst="rect">
            <a:avLst/>
          </a:prstGeom>
        </p:spPr>
      </p:pic>
      <p:sp>
        <p:nvSpPr>
          <p:cNvPr id="3" name="제목 1"/>
          <p:cNvSpPr txBox="1">
            <a:spLocks/>
          </p:cNvSpPr>
          <p:nvPr/>
        </p:nvSpPr>
        <p:spPr>
          <a:xfrm>
            <a:off x="404476" y="581304"/>
            <a:ext cx="7886700" cy="708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❹ </a:t>
            </a:r>
            <a:r>
              <a:rPr lang="en-US" altLang="ko-K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</a:t>
            </a:r>
            <a:endParaRPr lang="ko-KR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04476" y="1290066"/>
            <a:ext cx="3709670" cy="10472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#cd /opt/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ko-K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#cat /opt/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networks.cfg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76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30" y="574380"/>
            <a:ext cx="7696200" cy="19240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66430" y="2553140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/opt/</a:t>
            </a:r>
            <a:r>
              <a:rPr lang="en-US" altLang="ko-KR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ko-K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node.cfg</a:t>
            </a:r>
            <a:endParaRPr lang="en-US" altLang="ko-K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type=standalone</a:t>
            </a:r>
          </a:p>
          <a:p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host=</a:t>
            </a:r>
            <a:r>
              <a:rPr lang="en-US" altLang="ko-KR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localhost</a:t>
            </a:r>
            <a:endParaRPr lang="en-US" altLang="ko-K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interface=ens33</a:t>
            </a:r>
            <a:endParaRPr lang="en-US" altLang="ko-KR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66430" y="20504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40" y="4239067"/>
            <a:ext cx="7678590" cy="23798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1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884" y="2298562"/>
            <a:ext cx="6249832" cy="430765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710884" y="174904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check</a:t>
            </a: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deploy</a:t>
            </a: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zeekctl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</a:p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–l /opt/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/spool/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451000" y="434548"/>
            <a:ext cx="4279044" cy="70876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❹ </a:t>
            </a:r>
            <a:r>
              <a:rPr lang="en-US" altLang="ko-KR" sz="24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Zeek</a:t>
            </a:r>
            <a:r>
              <a:rPr lang="en-US" altLang="ko-KR" sz="24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24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활성화 </a:t>
            </a:r>
            <a:endParaRPr lang="ko-KR" altLang="en-US" sz="24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70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18509" y="1139509"/>
            <a:ext cx="4572000" cy="5393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#tail /opt/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/spool/</a:t>
            </a:r>
            <a:r>
              <a:rPr lang="en-US" altLang="ko-KR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/conn.log</a:t>
            </a:r>
            <a:endParaRPr lang="ko-KR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548"/>
            <a:ext cx="9144000" cy="225770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51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826" y="354084"/>
            <a:ext cx="7886700" cy="73002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zeek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altLang="ko-K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Splunk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</a:t>
            </a:r>
            <a:r>
              <a:rPr lang="en-US" altLang="ko-K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ko-KR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scp</a:t>
            </a:r>
            <a:r>
              <a:rPr lang="en-US" altLang="ko-K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installation</a:t>
            </a:r>
            <a:endParaRPr lang="ko-KR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9826" y="1325770"/>
            <a:ext cx="8398392" cy="4351338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SCP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이용하기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위해서는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SSH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서비스가 활성화 되어있어야 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함</a:t>
            </a:r>
            <a:endParaRPr lang="en-US" altLang="ko-KR" sz="18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#apt-get install –y 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openssh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-server</a:t>
            </a:r>
          </a:p>
          <a:p>
            <a:pPr marL="0" indent="0">
              <a:buNone/>
            </a:pP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ufw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allow 22/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endParaRPr lang="en-US" altLang="ko-KR" sz="2200" dirty="0" smtClean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en-US" altLang="ko-KR" sz="2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*</a:t>
            </a:r>
            <a:r>
              <a:rPr lang="en-US" altLang="ko-KR" sz="18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scp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[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전송파일명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] [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서버계정명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]@[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전송받을 서버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]:[</a:t>
            </a:r>
            <a:r>
              <a:rPr lang="ko-KR" altLang="en-US" sz="18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전송받을 서버 디렉터리</a:t>
            </a:r>
            <a:r>
              <a:rPr lang="en-US" altLang="ko-KR" sz="18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]</a:t>
            </a:r>
          </a:p>
          <a:p>
            <a:pPr marL="0" indent="0">
              <a:buNone/>
            </a:pPr>
            <a:endParaRPr lang="ko-KR" altLang="en-US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0" y="4148959"/>
            <a:ext cx="9144000" cy="1838325"/>
            <a:chOff x="0" y="4148959"/>
            <a:chExt cx="9144000" cy="183832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148959"/>
              <a:ext cx="9144000" cy="1838325"/>
            </a:xfrm>
            <a:prstGeom prst="rect">
              <a:avLst/>
            </a:prstGeom>
          </p:spPr>
        </p:pic>
        <p:cxnSp>
          <p:nvCxnSpPr>
            <p:cNvPr id="6" name="직선 연결선 5"/>
            <p:cNvCxnSpPr/>
            <p:nvPr/>
          </p:nvCxnSpPr>
          <p:spPr>
            <a:xfrm flipV="1">
              <a:off x="4148620" y="4421062"/>
              <a:ext cx="4435983" cy="32274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 flipV="1">
              <a:off x="0" y="5576102"/>
              <a:ext cx="3673653" cy="16137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8" idx="1"/>
            </p:cNvCxnSpPr>
            <p:nvPr/>
          </p:nvCxnSpPr>
          <p:spPr>
            <a:xfrm>
              <a:off x="0" y="5068122"/>
              <a:ext cx="8342472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9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128029" y="557633"/>
            <a:ext cx="8665096" cy="871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SCP</a:t>
            </a:r>
            <a:r>
              <a:rPr lang="ko-KR" altLang="en-US" sz="30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를 이용해 </a:t>
            </a:r>
            <a:r>
              <a:rPr lang="en-US" altLang="ko-KR" sz="3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Zeek</a:t>
            </a:r>
            <a:r>
              <a:rPr lang="en-US" altLang="ko-KR" sz="3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log file</a:t>
            </a:r>
            <a:r>
              <a:rPr lang="ko-KR" altLang="en-US" sz="30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을 </a:t>
            </a:r>
            <a:r>
              <a:rPr lang="en-US" altLang="ko-KR" sz="30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Splunk</a:t>
            </a:r>
            <a:r>
              <a:rPr lang="en-US" altLang="ko-KR" sz="30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Server </a:t>
            </a:r>
            <a:r>
              <a:rPr lang="ko-KR" altLang="en-US" sz="300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전송 </a:t>
            </a:r>
            <a:endParaRPr lang="ko-KR" altLang="en-US" sz="300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2575340"/>
            <a:ext cx="9144000" cy="1838325"/>
            <a:chOff x="0" y="4148959"/>
            <a:chExt cx="9144000" cy="18383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148959"/>
              <a:ext cx="9144000" cy="1838325"/>
            </a:xfrm>
            <a:prstGeom prst="rect">
              <a:avLst/>
            </a:prstGeom>
          </p:spPr>
        </p:pic>
        <p:cxnSp>
          <p:nvCxnSpPr>
            <p:cNvPr id="7" name="직선 연결선 6"/>
            <p:cNvCxnSpPr/>
            <p:nvPr/>
          </p:nvCxnSpPr>
          <p:spPr>
            <a:xfrm flipV="1">
              <a:off x="4148620" y="4421062"/>
              <a:ext cx="4435983" cy="32274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0" y="5576102"/>
              <a:ext cx="3673653" cy="16137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>
              <a:stCxn id="6" idx="1"/>
            </p:cNvCxnSpPr>
            <p:nvPr/>
          </p:nvCxnSpPr>
          <p:spPr>
            <a:xfrm>
              <a:off x="0" y="5068122"/>
              <a:ext cx="8342472" cy="0"/>
            </a:xfrm>
            <a:prstGeom prst="line">
              <a:avLst/>
            </a:prstGeom>
            <a:ln w="2540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직사각형 9"/>
          <p:cNvSpPr/>
          <p:nvPr/>
        </p:nvSpPr>
        <p:spPr>
          <a:xfrm>
            <a:off x="0" y="1960554"/>
            <a:ext cx="507382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#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scp</a:t>
            </a:r>
            <a:r>
              <a:rPr lang="en-US" altLang="ko-KR" sz="2200" dirty="0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zeek.zip splunk@192.168.10.10:/</a:t>
            </a:r>
            <a:r>
              <a:rPr lang="en-US" altLang="ko-KR" sz="2200" dirty="0" err="1" smtClean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tmp</a:t>
            </a:r>
            <a:endParaRPr lang="ko-KR" altLang="en-US" sz="220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22402"/>
            <a:ext cx="9144000" cy="135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5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52D2E-F142-4F08-8A6B-C0F347A8400D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52" y="1631127"/>
            <a:ext cx="8578707" cy="352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4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2284</TotalTime>
  <Words>341</Words>
  <Application>Microsoft Office PowerPoint</Application>
  <PresentationFormat>화면 슬라이드 쇼(4:3)</PresentationFormat>
  <Paragraphs>96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Microsoft JhengHei</vt:lpstr>
      <vt:lpstr>맑은 고딕</vt:lpstr>
      <vt:lpstr>함초롬바탕</vt:lpstr>
      <vt:lpstr>Arial</vt:lpstr>
      <vt:lpstr>Calibri</vt:lpstr>
      <vt:lpstr>Calibri Light</vt:lpstr>
      <vt:lpstr>Times New Roman</vt:lpstr>
      <vt:lpstr>Office 테마</vt:lpstr>
      <vt:lpstr>   Zeek Installation</vt:lpstr>
      <vt:lpstr>Zeek(p.181)</vt:lpstr>
      <vt:lpstr>Zeek 설치 방법(p.182)</vt:lpstr>
      <vt:lpstr>Zeek 설치 방법(p.182)</vt:lpstr>
      <vt:lpstr>Zeek 설치 환경</vt:lpstr>
      <vt:lpstr>1) [Ubuntu Zeek] Zeek Installation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2) [zeek &amp; Splunk server] scp installation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로그 수집 환경 구성</dc:title>
  <dc:creator>Microsoft 계정</dc:creator>
  <cp:lastModifiedBy>Microsoft 계정</cp:lastModifiedBy>
  <cp:revision>297</cp:revision>
  <cp:lastPrinted>2022-08-07T09:53:47Z</cp:lastPrinted>
  <dcterms:created xsi:type="dcterms:W3CDTF">2022-07-30T01:23:41Z</dcterms:created>
  <dcterms:modified xsi:type="dcterms:W3CDTF">2022-08-08T14:27:40Z</dcterms:modified>
</cp:coreProperties>
</file>