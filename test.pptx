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5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231E7-0CC9-4276-88AC-CC541FDE5234}" type="datetimeFigureOut">
              <a:rPr lang="ko-KR" altLang="en-US" smtClean="0"/>
              <a:t>2023-12-05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384D5-026E-4A59-BC8C-7C68E84B8C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9027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231E7-0CC9-4276-88AC-CC541FDE5234}" type="datetimeFigureOut">
              <a:rPr lang="ko-KR" altLang="en-US" smtClean="0"/>
              <a:t>2023-12-05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384D5-026E-4A59-BC8C-7C68E84B8C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737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231E7-0CC9-4276-88AC-CC541FDE5234}" type="datetimeFigureOut">
              <a:rPr lang="ko-KR" altLang="en-US" smtClean="0"/>
              <a:t>2023-12-05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384D5-026E-4A59-BC8C-7C68E84B8C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2454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231E7-0CC9-4276-88AC-CC541FDE5234}" type="datetimeFigureOut">
              <a:rPr lang="ko-KR" altLang="en-US" smtClean="0"/>
              <a:t>2023-12-05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384D5-026E-4A59-BC8C-7C68E84B8C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95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231E7-0CC9-4276-88AC-CC541FDE5234}" type="datetimeFigureOut">
              <a:rPr lang="ko-KR" altLang="en-US" smtClean="0"/>
              <a:t>2023-12-05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384D5-026E-4A59-BC8C-7C68E84B8C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5055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231E7-0CC9-4276-88AC-CC541FDE5234}" type="datetimeFigureOut">
              <a:rPr lang="ko-KR" altLang="en-US" smtClean="0"/>
              <a:t>2023-12-05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384D5-026E-4A59-BC8C-7C68E84B8C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287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231E7-0CC9-4276-88AC-CC541FDE5234}" type="datetimeFigureOut">
              <a:rPr lang="ko-KR" altLang="en-US" smtClean="0"/>
              <a:t>2023-12-05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384D5-026E-4A59-BC8C-7C68E84B8C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6908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231E7-0CC9-4276-88AC-CC541FDE5234}" type="datetimeFigureOut">
              <a:rPr lang="ko-KR" altLang="en-US" smtClean="0"/>
              <a:t>2023-12-05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384D5-026E-4A59-BC8C-7C68E84B8C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147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231E7-0CC9-4276-88AC-CC541FDE5234}" type="datetimeFigureOut">
              <a:rPr lang="ko-KR" altLang="en-US" smtClean="0"/>
              <a:t>2023-12-05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384D5-026E-4A59-BC8C-7C68E84B8C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385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231E7-0CC9-4276-88AC-CC541FDE5234}" type="datetimeFigureOut">
              <a:rPr lang="ko-KR" altLang="en-US" smtClean="0"/>
              <a:t>2023-12-05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384D5-026E-4A59-BC8C-7C68E84B8C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4264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231E7-0CC9-4276-88AC-CC541FDE5234}" type="datetimeFigureOut">
              <a:rPr lang="ko-KR" altLang="en-US" smtClean="0"/>
              <a:t>2023-12-05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384D5-026E-4A59-BC8C-7C68E84B8C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140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231E7-0CC9-4276-88AC-CC541FDE5234}" type="datetimeFigureOut">
              <a:rPr lang="ko-KR" altLang="en-US" smtClean="0"/>
              <a:t>2023-12-05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384D5-026E-4A59-BC8C-7C68E84B8C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561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729" y="1126791"/>
            <a:ext cx="8232709" cy="4187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240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/>
          <p:cNvSpPr>
            <a:spLocks noChangeArrowheads="1"/>
          </p:cNvSpPr>
          <p:nvPr/>
        </p:nvSpPr>
        <p:spPr bwMode="auto">
          <a:xfrm>
            <a:off x="967199" y="1418068"/>
            <a:ext cx="3610676" cy="388393"/>
          </a:xfrm>
          <a:prstGeom prst="rect">
            <a:avLst/>
          </a:prstGeom>
          <a:solidFill>
            <a:srgbClr val="CCFFFF"/>
          </a:solidFill>
          <a:ln w="12700">
            <a:solidFill>
              <a:srgbClr val="0099FF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defTabSz="736860"/>
            <a:r>
              <a:rPr lang="en-US" altLang="ko-KR" sz="1740" dirty="0" smtClean="0">
                <a:latin typeface="Arial" charset="0"/>
                <a:ea typeface="돋움" pitchFamily="50" charset="-127"/>
              </a:rPr>
              <a:t>Source </a:t>
            </a:r>
            <a:r>
              <a:rPr lang="en-US" altLang="ko-KR" sz="1740" dirty="0">
                <a:latin typeface="Arial" charset="0"/>
                <a:ea typeface="돋움" pitchFamily="50" charset="-127"/>
              </a:rPr>
              <a:t>Port Number</a:t>
            </a:r>
          </a:p>
        </p:txBody>
      </p:sp>
      <p:sp>
        <p:nvSpPr>
          <p:cNvPr id="3" name="Rectangle 34"/>
          <p:cNvSpPr>
            <a:spLocks noChangeArrowheads="1"/>
          </p:cNvSpPr>
          <p:nvPr/>
        </p:nvSpPr>
        <p:spPr bwMode="auto">
          <a:xfrm>
            <a:off x="4577875" y="1418068"/>
            <a:ext cx="3610676" cy="388393"/>
          </a:xfrm>
          <a:prstGeom prst="rect">
            <a:avLst/>
          </a:prstGeom>
          <a:solidFill>
            <a:srgbClr val="FFFF99"/>
          </a:solidFill>
          <a:ln w="12700">
            <a:solidFill>
              <a:srgbClr val="0099FF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defTabSz="736860"/>
            <a:endParaRPr lang="en-US" altLang="ko-KR" sz="1740" dirty="0">
              <a:latin typeface="Arial" charset="0"/>
              <a:ea typeface="돋움" pitchFamily="50" charset="-127"/>
            </a:endParaRPr>
          </a:p>
        </p:txBody>
      </p:sp>
      <p:sp>
        <p:nvSpPr>
          <p:cNvPr id="4" name="Rectangle 52"/>
          <p:cNvSpPr>
            <a:spLocks noChangeArrowheads="1"/>
          </p:cNvSpPr>
          <p:nvPr/>
        </p:nvSpPr>
        <p:spPr bwMode="auto">
          <a:xfrm>
            <a:off x="967199" y="1798785"/>
            <a:ext cx="3610676" cy="388393"/>
          </a:xfrm>
          <a:prstGeom prst="rect">
            <a:avLst/>
          </a:prstGeom>
          <a:solidFill>
            <a:srgbClr val="CCFFFF"/>
          </a:solidFill>
          <a:ln w="12700">
            <a:solidFill>
              <a:srgbClr val="0099FF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defTabSz="736860"/>
            <a:endParaRPr lang="en-US" altLang="ko-KR" sz="1740" dirty="0">
              <a:latin typeface="Arial" charset="0"/>
              <a:ea typeface="돋움" pitchFamily="50" charset="-127"/>
            </a:endParaRPr>
          </a:p>
        </p:txBody>
      </p:sp>
      <p:sp>
        <p:nvSpPr>
          <p:cNvPr id="5" name="Rectangle 53"/>
          <p:cNvSpPr>
            <a:spLocks noChangeArrowheads="1"/>
          </p:cNvSpPr>
          <p:nvPr/>
        </p:nvSpPr>
        <p:spPr bwMode="auto">
          <a:xfrm>
            <a:off x="4577875" y="1798785"/>
            <a:ext cx="3610676" cy="388393"/>
          </a:xfrm>
          <a:prstGeom prst="rect">
            <a:avLst/>
          </a:prstGeom>
          <a:solidFill>
            <a:srgbClr val="FFFF99"/>
          </a:solidFill>
          <a:ln w="12700">
            <a:solidFill>
              <a:srgbClr val="0099FF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defTabSz="736860"/>
            <a:endParaRPr lang="en-US" altLang="ko-KR" sz="1740" dirty="0">
              <a:latin typeface="Arial" charset="0"/>
              <a:ea typeface="돋움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9519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540" y="1578611"/>
            <a:ext cx="8304605" cy="2941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199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3</Words>
  <Application>Microsoft Office PowerPoint</Application>
  <PresentationFormat>화면 슬라이드 쇼(4:3)</PresentationFormat>
  <Paragraphs>1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돋움</vt:lpstr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계정</dc:creator>
  <cp:lastModifiedBy>Microsoft 계정</cp:lastModifiedBy>
  <cp:revision>1</cp:revision>
  <dcterms:created xsi:type="dcterms:W3CDTF">2023-12-05T08:36:19Z</dcterms:created>
  <dcterms:modified xsi:type="dcterms:W3CDTF">2023-12-05T08:40:03Z</dcterms:modified>
</cp:coreProperties>
</file>